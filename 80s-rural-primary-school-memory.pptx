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2dbf4ad7d34be0" /><Relationship Type="http://schemas.openxmlformats.org/officeDocument/2006/relationships/extended-properties" Target="/docProps/app.xml" Id="R313cbb642755478e" /><Relationship Type="http://schemas.openxmlformats.org/officeDocument/2006/relationships/officeDocument" Target="/ppt/presentation.xml" Id="R3f8104b6021e4f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4559ae00a843eb"/>
  </p:sldMasterIdLst>
  <p:notesMasterIdLst>
    <p:notesMasterId xmlns:r="http://schemas.openxmlformats.org/officeDocument/2006/relationships" r:id="R43931f1ca9244db0"/>
  </p:notesMasterIdLst>
  <p:sldIdLst>
    <p:sldId xmlns:r="http://schemas.openxmlformats.org/officeDocument/2006/relationships" id="256" r:id="R42c0bf0154274c1d"/>
    <p:sldId xmlns:r="http://schemas.openxmlformats.org/officeDocument/2006/relationships" id="257" r:id="R102803ae8a454b46"/>
    <p:sldId xmlns:r="http://schemas.openxmlformats.org/officeDocument/2006/relationships" id="258" r:id="R05829b89562a4f48"/>
    <p:sldId xmlns:r="http://schemas.openxmlformats.org/officeDocument/2006/relationships" id="259" r:id="R0d28b9d491a544f1"/>
    <p:sldId xmlns:r="http://schemas.openxmlformats.org/officeDocument/2006/relationships" id="260" r:id="R4ea2115aec484d36"/>
    <p:sldId xmlns:r="http://schemas.openxmlformats.org/officeDocument/2006/relationships" id="261" r:id="R1c189d00a43446ed"/>
    <p:sldId xmlns:r="http://schemas.openxmlformats.org/officeDocument/2006/relationships" id="262" r:id="Rf0511287971340d0"/>
    <p:sldId xmlns:r="http://schemas.openxmlformats.org/officeDocument/2006/relationships" id="263" r:id="Rf8559af651714f77"/>
    <p:sldId xmlns:r="http://schemas.openxmlformats.org/officeDocument/2006/relationships" id="264" r:id="Ra990c1a387ae4ef5"/>
    <p:sldId xmlns:r="http://schemas.openxmlformats.org/officeDocument/2006/relationships" id="265" r:id="R9defe8c596d049d8"/>
    <p:sldId xmlns:r="http://schemas.openxmlformats.org/officeDocument/2006/relationships" id="266" r:id="Rb328c39313de4fbc"/>
    <p:sldId xmlns:r="http://schemas.openxmlformats.org/officeDocument/2006/relationships" id="267" r:id="Rd884c9b351754c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559ae00a843eb" /><Relationship Type="http://schemas.openxmlformats.org/officeDocument/2006/relationships/theme" Target="/ppt/theme/theme1.xml" Id="Rcb8ff0fd57d14d0c" /><Relationship Type="http://schemas.openxmlformats.org/officeDocument/2006/relationships/notesMaster" Target="/ppt/notesMasters/notesMaster1.xml" Id="R43931f1ca9244db0" /><Relationship Type="http://schemas.openxmlformats.org/officeDocument/2006/relationships/presProps" Target="/ppt/presProps.xml" Id="R71edc7de70a54c91" /><Relationship Type="http://schemas.openxmlformats.org/officeDocument/2006/relationships/viewProps" Target="/ppt/viewProps.xml" Id="Rad57622e5dc94900" /><Relationship Type="http://schemas.openxmlformats.org/officeDocument/2006/relationships/tableStyles" Target="/ppt/tableStyles.xml" Id="Rd3323dbd529648cc" /><Relationship Type="http://schemas.openxmlformats.org/officeDocument/2006/relationships/slide" Target="/ppt/slides/slide1.xml" Id="R42c0bf0154274c1d" /><Relationship Type="http://schemas.openxmlformats.org/officeDocument/2006/relationships/slide" Target="/ppt/slides/slide2.xml" Id="R102803ae8a454b46" /><Relationship Type="http://schemas.openxmlformats.org/officeDocument/2006/relationships/slide" Target="/ppt/slides/slide3.xml" Id="R05829b89562a4f48" /><Relationship Type="http://schemas.openxmlformats.org/officeDocument/2006/relationships/slide" Target="/ppt/slides/slide4.xml" Id="R0d28b9d491a544f1" /><Relationship Type="http://schemas.openxmlformats.org/officeDocument/2006/relationships/slide" Target="/ppt/slides/slide5.xml" Id="R4ea2115aec484d36" /><Relationship Type="http://schemas.openxmlformats.org/officeDocument/2006/relationships/slide" Target="/ppt/slides/slide6.xml" Id="R1c189d00a43446ed" /><Relationship Type="http://schemas.openxmlformats.org/officeDocument/2006/relationships/slide" Target="/ppt/slides/slide7.xml" Id="Rf0511287971340d0" /><Relationship Type="http://schemas.openxmlformats.org/officeDocument/2006/relationships/slide" Target="/ppt/slides/slide8.xml" Id="Rf8559af651714f77" /><Relationship Type="http://schemas.openxmlformats.org/officeDocument/2006/relationships/slide" Target="/ppt/slides/slide9.xml" Id="Ra990c1a387ae4ef5" /><Relationship Type="http://schemas.openxmlformats.org/officeDocument/2006/relationships/slide" Target="/ppt/slides/slide10.xml" Id="R9defe8c596d049d8" /><Relationship Type="http://schemas.openxmlformats.org/officeDocument/2006/relationships/slide" Target="/ppt/slides/slide11.xml" Id="Rb328c39313de4fbc" /><Relationship Type="http://schemas.openxmlformats.org/officeDocument/2006/relationships/slide" Target="/ppt/slides/slide12.xml" Id="Rd884c9b351754c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ca6ccf3c25d4e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7b8aca92d24676" /><Relationship Type="http://schemas.openxmlformats.org/officeDocument/2006/relationships/notesMaster" Target="/ppt/notesMasters/notesMaster1.xml" Id="Rbc3e1040f43d46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67e332b922430f" /><Relationship Type="http://schemas.openxmlformats.org/officeDocument/2006/relationships/notesMaster" Target="/ppt/notesMasters/notesMaster1.xml" Id="R4ad58d6386d84d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3e880df73f4f79" /><Relationship Type="http://schemas.openxmlformats.org/officeDocument/2006/relationships/notesMaster" Target="/ppt/notesMasters/notesMaster1.xml" Id="R0bdc33304b4a46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4256baa5ed470f" /><Relationship Type="http://schemas.openxmlformats.org/officeDocument/2006/relationships/notesMaster" Target="/ppt/notesMasters/notesMaster1.xml" Id="Rb41848d8dbd745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c47d88b6fc4125" /><Relationship Type="http://schemas.openxmlformats.org/officeDocument/2006/relationships/notesMaster" Target="/ppt/notesMasters/notesMaster1.xml" Id="R2a75017939dc4c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d9f4b7dac44f60" /><Relationship Type="http://schemas.openxmlformats.org/officeDocument/2006/relationships/notesMaster" Target="/ppt/notesMasters/notesMaster1.xml" Id="Rb9434026a5f34c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ae02a1b99f4ed8" /><Relationship Type="http://schemas.openxmlformats.org/officeDocument/2006/relationships/notesMaster" Target="/ppt/notesMasters/notesMaster1.xml" Id="Rd66adf3c4a2b46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6e2950c92e4ac8" /><Relationship Type="http://schemas.openxmlformats.org/officeDocument/2006/relationships/notesMaster" Target="/ppt/notesMasters/notesMaster1.xml" Id="R459ea2c149b243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e08e941e924e43" /><Relationship Type="http://schemas.openxmlformats.org/officeDocument/2006/relationships/notesMaster" Target="/ppt/notesMasters/notesMaster1.xml" Id="R3265364ece9845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3de53e6e6a4ca0" /><Relationship Type="http://schemas.openxmlformats.org/officeDocument/2006/relationships/notesMaster" Target="/ppt/notesMasters/notesMaster1.xml" Id="Rdaa89b5ee8454b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ff520725144245" /><Relationship Type="http://schemas.openxmlformats.org/officeDocument/2006/relationships/notesMaster" Target="/ppt/notesMasters/notesMaster1.xml" Id="R359addba4a2945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37eba97db8432a" /><Relationship Type="http://schemas.openxmlformats.org/officeDocument/2006/relationships/notesMaster" Target="/ppt/notesMasters/notesMaster1.xml" Id="R6ca6736931be4d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23aacc9574b6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9a63e054498490f" /><Relationship Type="http://schemas.openxmlformats.org/officeDocument/2006/relationships/slideLayout" Target="/ppt/slideLayouts/slideLayout2.xml" Id="R159fbfad9d7447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9fbfad9d7447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21050f3af2496e" /><Relationship Type="http://schemas.openxmlformats.org/officeDocument/2006/relationships/image" Target="/ppt/media/image.jpeg" Id="R863cd959ef5042cc" /><Relationship Type="http://schemas.openxmlformats.org/officeDocument/2006/relationships/image" Target="/ppt/media/image2.jpeg" Id="Reea249de70094216" /><Relationship Type="http://schemas.openxmlformats.org/officeDocument/2006/relationships/image" Target="/ppt/media/image3.jpeg" Id="R2e918b29def64107" /><Relationship Type="http://schemas.openxmlformats.org/officeDocument/2006/relationships/notesSlide" Target="/ppt/notesSlides/notesSlide1.xml" Id="R25a1c5e461a040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e1d267ad524afd" /><Relationship Type="http://schemas.openxmlformats.org/officeDocument/2006/relationships/image" Target="/ppt/media/image4.jpeg" Id="R8b274a783c1c4ec9" /><Relationship Type="http://schemas.openxmlformats.org/officeDocument/2006/relationships/notesSlide" Target="/ppt/notesSlides/notesSlide2.xml" Id="Rf5284bae946d44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416d6a56904329" /><Relationship Type="http://schemas.openxmlformats.org/officeDocument/2006/relationships/image" Target="/ppt/media/image5.jpeg" Id="Rf6b2acdfc5174692" /><Relationship Type="http://schemas.openxmlformats.org/officeDocument/2006/relationships/notesSlide" Target="/ppt/notesSlides/notesSlide3.xml" Id="R4ce235fe4f8245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bb8f75ff7842b9" /><Relationship Type="http://schemas.openxmlformats.org/officeDocument/2006/relationships/image" Target="/ppt/media/image6.jpeg" Id="R105782fb25ec4eb5" /><Relationship Type="http://schemas.openxmlformats.org/officeDocument/2006/relationships/notesSlide" Target="/ppt/notesSlides/notesSlide4.xml" Id="R6bdf50db583541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f12c6bfb854cd6" /><Relationship Type="http://schemas.openxmlformats.org/officeDocument/2006/relationships/image" Target="/ppt/media/image7.jpeg" Id="R656b501e578547fc" /><Relationship Type="http://schemas.openxmlformats.org/officeDocument/2006/relationships/notesSlide" Target="/ppt/notesSlides/notesSlide5.xml" Id="Raac4e34926c347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f1b59fb0744208" /><Relationship Type="http://schemas.openxmlformats.org/officeDocument/2006/relationships/image" Target="/ppt/media/image.png" Id="R4e000e4c177e4064" /><Relationship Type="http://schemas.openxmlformats.org/officeDocument/2006/relationships/notesSlide" Target="/ppt/notesSlides/notesSlide6.xml" Id="Ra0579a32e89b40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85a21dd0a24ec2" /><Relationship Type="http://schemas.openxmlformats.org/officeDocument/2006/relationships/image" Target="/ppt/media/image2.png" Id="Rd795422c89794cfd" /><Relationship Type="http://schemas.openxmlformats.org/officeDocument/2006/relationships/notesSlide" Target="/ppt/notesSlides/notesSlide7.xml" Id="Rec3a9eb594dc4c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a0a9ebc1c44ad4" /><Relationship Type="http://schemas.openxmlformats.org/officeDocument/2006/relationships/image" Target="/ppt/media/image8.jpeg" Id="Ra5ee3f3e4f1d4562" /><Relationship Type="http://schemas.openxmlformats.org/officeDocument/2006/relationships/notesSlide" Target="/ppt/notesSlides/notesSlide8.xml" Id="Rcf3a840be84544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1ec43d144f4b6d" /><Relationship Type="http://schemas.openxmlformats.org/officeDocument/2006/relationships/image" Target="/ppt/media/image9.jpeg" Id="Rc9db5212ea054d09" /><Relationship Type="http://schemas.openxmlformats.org/officeDocument/2006/relationships/notesSlide" Target="/ppt/notesSlides/notesSlide9.xml" Id="R96051a26738e41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62d6ae246043b8" /><Relationship Type="http://schemas.openxmlformats.org/officeDocument/2006/relationships/image" Target="/ppt/media/image10.jpeg" Id="R437dc4f9ccc7414f" /><Relationship Type="http://schemas.openxmlformats.org/officeDocument/2006/relationships/notesSlide" Target="/ppt/notesSlides/notesSlide10.xml" Id="Reeae62cde2fc40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40716006fc4352" /><Relationship Type="http://schemas.openxmlformats.org/officeDocument/2006/relationships/image" Target="/ppt/media/image11.jpeg" Id="R90ae29ea561f4256" /><Relationship Type="http://schemas.openxmlformats.org/officeDocument/2006/relationships/image" Target="/ppt/media/image12.jpeg" Id="R1e6ac1d2236d4771" /><Relationship Type="http://schemas.openxmlformats.org/officeDocument/2006/relationships/notesSlide" Target="/ppt/notesSlides/notesSlide11.xml" Id="R4fd83e0c59a048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4168b2278f4f4d" /><Relationship Type="http://schemas.openxmlformats.org/officeDocument/2006/relationships/image" Target="/ppt/media/image13.jpeg" Id="R6c88e944d6df4476" /><Relationship Type="http://schemas.openxmlformats.org/officeDocument/2006/relationships/notesSlide" Target="/ppt/notesSlides/notesSlide12.xml" Id="Rf12dd8b470e94bf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C1DA37-EB51-4DAF-A3F8-350787B3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cd959ef5042cc"/>
          <a:srcRect xmlns:a="http://schemas.openxmlformats.org/drawingml/2006/main" l="16383" t="0" r="163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F5AFC-4FCF-44B4-BCBE-EEBA84F9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171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C8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EEC08-9BC9-415E-824A-3433A5F8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249de70094216"/>
          <a:srcRect xmlns:a="http://schemas.openxmlformats.org/drawingml/2006/main" l="0" t="2167" r="0" b="21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095750"/>
            <a:ext cx="2428875" cy="16192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18b29def64107"/>
          <a:srcRect xmlns:a="http://schemas.openxmlformats.org/drawingml/2006/main" l="0" t="1182" r="0" b="11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95750"/>
            <a:ext cx="2428875" cy="1619250"/>
          </a:xfrm>
          <a:prstGeom xmlns:a="http://schemas.openxmlformats.org/drawingml/2006/main" prst="rect">
            <a:avLst/>
          </a:prstGeom>
        </p:spPr>
      </p:pic>
      <p:sp>
        <p:nvSpPr>
          <p:cNvPr id="7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E3252A75-1C26-4768-95FF-18C483EE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BC4D2325-4D21-4ACD-B25E-754403C9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442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9442C"/>
                </a:solidFill>
                <a:latin typeface="PingFang SC"/>
                <a:ea typeface="PingFang SC"/>
                <a:cs typeface="PingFang SC"/>
              </a:rPr>
              <a:t>1980s RURAL SCHOOL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FB582-2F84-4308-AA94-53FD2CED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667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30E"/>
                </a:solidFill>
                <a:latin typeface="Songti SC"/>
                <a:ea typeface="Songti SC"/>
                <a:cs typeface="Songti SC"/>
              </a:defRPr>
            </a:pPr>
            <a:r>
              <a:rPr sz="4050" b="1">
                <a:solidFill>
                  <a:srgbClr val="17130E"/>
                </a:solidFill>
                <a:latin typeface="Songti SC"/>
                <a:ea typeface="Songti SC"/>
                <a:cs typeface="Songti SC"/>
              </a:rPr>
              <a:t>80年代</a:t>
            </a:r>
          </a:p>
          <a:p xmlns:a="http://schemas.openxmlformats.org/drawingml/2006/main">
            <a:pPr algn="l">
              <a:defRPr sz="4050" b="1">
                <a:solidFill>
                  <a:srgbClr val="17130E"/>
                </a:solidFill>
                <a:latin typeface="Songti SC"/>
                <a:ea typeface="Songti SC"/>
                <a:cs typeface="Songti SC"/>
              </a:defRPr>
            </a:pPr>
            <a:r>
              <a:rPr sz="4050" b="1">
                <a:solidFill>
                  <a:srgbClr val="17130E"/>
                </a:solidFill>
                <a:latin typeface="Songti SC"/>
                <a:ea typeface="Songti SC"/>
                <a:cs typeface="Songti SC"/>
              </a:rPr>
              <a:t>乡村小学记忆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F7F77-CF87-4020-9A8D-E8D29DCF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42B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42B20"/>
                </a:solidFill>
                <a:latin typeface="PingFang SC"/>
                <a:ea typeface="PingFang SC"/>
                <a:cs typeface="PingFang SC"/>
              </a:rPr>
              <a:t>寝室、课间、农忙假</a:t>
            </a:r>
          </a:p>
          <a:p xmlns:a="http://schemas.openxmlformats.org/drawingml/2006/main">
            <a:pPr algn="l">
              <a:defRPr sz="1725" b="0">
                <a:solidFill>
                  <a:srgbClr val="342B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42B20"/>
                </a:solidFill>
                <a:latin typeface="PingFang SC"/>
                <a:ea typeface="PingFang SC"/>
                <a:cs typeface="PingFang SC"/>
              </a:rPr>
              <a:t>十二页旧时光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D07BA-B57E-46CC-9B66-841F8E04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495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7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90F32-BBE9-4126-8718-7921C952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06F5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806F5A"/>
                </a:solidFill>
                <a:latin typeface="PingFang SC"/>
                <a:ea typeface="PingFang SC"/>
                <a:cs typeface="PingFang SC"/>
              </a:rPr>
              <a:t>那些日子很窄，却装得下整个童年。</a:t>
            </a:r>
          </a:p>
        </p:txBody>
      </p:sp>
      <p:sp>
        <p:nvSpPr>
          <p:cNvPr id="13" name="footer-source-01">
            <a:extLst xmlns:a="http://schemas.openxmlformats.org/drawingml/2006/main">
              <a:ext uri="{FF2B5EF4-FFF2-40B4-BE49-F238E27FC236}">
                <a16:creationId xmlns:a16="http://schemas.microsoft.com/office/drawing/2014/main" id="{0786690E-D886-4213-9883-72BCC4AE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图源：新浪看点旧照</a:t>
            </a:r>
          </a:p>
        </p:txBody>
      </p:sp>
      <p:sp>
        <p:nvSpPr>
          <p:cNvPr id="14" name="footer-page-01">
            <a:extLst xmlns:a="http://schemas.openxmlformats.org/drawingml/2006/main">
              <a:ext uri="{FF2B5EF4-FFF2-40B4-BE49-F238E27FC236}">
                <a16:creationId xmlns:a16="http://schemas.microsoft.com/office/drawing/2014/main" id="{5D889911-103B-4779-8238-2C53094D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05819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74a783c1c4ec9"/>
          <a:srcRect xmlns:a="http://schemas.openxmlformats.org/drawingml/2006/main" l="3056" t="0" r="30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44A19-519A-4740-B4B8-8DB14835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E">
              <a:alpha val="5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9FCEB1D6-3096-445F-9486-03C80690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D4CC515E-53CE-4537-B31C-C5E9C364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810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rPr>
              <a:t>PART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A0E0F-E3AD-4618-8FF7-8C2ABFA2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8EA"/>
                </a:solidFill>
                <a:latin typeface="Songti SC"/>
                <a:ea typeface="Songti SC"/>
                <a:cs typeface="Songti SC"/>
              </a:defRPr>
            </a:pPr>
            <a:r>
              <a:rPr sz="5550" b="1">
                <a:solidFill>
                  <a:srgbClr val="FFF8EA"/>
                </a:solidFill>
                <a:latin typeface="Songti SC"/>
                <a:ea typeface="Songti SC"/>
                <a:cs typeface="Songti SC"/>
              </a:rPr>
              <a:t>住宿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0A878-726F-4F2B-B378-46F515DE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5C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1E5CB"/>
                </a:solidFill>
                <a:latin typeface="PingFang SC"/>
                <a:ea typeface="PingFang SC"/>
                <a:cs typeface="PingFang SC"/>
              </a:rPr>
              <a:t>铁架床、木箱子、饭盒蒸汽。</a:t>
            </a:r>
          </a:p>
          <a:p xmlns:a="http://schemas.openxmlformats.org/drawingml/2006/main">
            <a:pPr algn="l">
              <a:defRPr sz="1800" b="0">
                <a:solidFill>
                  <a:srgbClr val="F1E5C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1E5CB"/>
                </a:solidFill>
                <a:latin typeface="PingFang SC"/>
                <a:ea typeface="PingFang SC"/>
                <a:cs typeface="PingFang SC"/>
              </a:rPr>
              <a:t>学校的夜晚，从这里开始。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DB5C9-BE5F-4506-8D83-5052E6AF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76300"/>
            <a:ext cx="123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1E5CB"/>
                </a:solidFill>
                <a:latin typeface="Songti SC"/>
                <a:ea typeface="Songti SC"/>
                <a:cs typeface="Songti SC"/>
              </a:defRPr>
            </a:pPr>
            <a:r>
              <a:rPr sz="4350" b="1">
                <a:solidFill>
                  <a:srgbClr val="F1E5CB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8" name="footer-source-02">
            <a:extLst xmlns:a="http://schemas.openxmlformats.org/drawingml/2006/main">
              <a:ext uri="{FF2B5EF4-FFF2-40B4-BE49-F238E27FC236}">
                <a16:creationId xmlns:a16="http://schemas.microsoft.com/office/drawing/2014/main" id="{6C504031-4E9E-4EDA-8078-85613E8D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图源：新浪看点旧照</a:t>
            </a:r>
          </a:p>
        </p:txBody>
      </p:sp>
      <p:sp>
        <p:nvSpPr>
          <p:cNvPr id="9" name="footer-page-02">
            <a:extLst xmlns:a="http://schemas.openxmlformats.org/drawingml/2006/main">
              <a:ext uri="{FF2B5EF4-FFF2-40B4-BE49-F238E27FC236}">
                <a16:creationId xmlns:a16="http://schemas.microsoft.com/office/drawing/2014/main" id="{238677FD-7FC5-4AE6-94F3-6576F413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67923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8FC34B-63A2-462E-8408-F1147E7E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2acdfc5174692"/>
          <a:srcRect xmlns:a="http://schemas.openxmlformats.org/drawingml/2006/main" l="7461" t="0" r="74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666750"/>
            <a:ext cx="7334250" cy="5334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04EB9-180A-4A83-9103-DE4AF76E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334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60B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AB7C0F38-40DA-4B33-A869-EE38BCAD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0382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1DE0D79B-E38D-4653-9480-82ADEFB8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914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442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9442C"/>
                </a:solidFill>
                <a:latin typeface="PingFang SC"/>
                <a:ea typeface="PingFang SC"/>
                <a:cs typeface="PingFang SC"/>
              </a:rPr>
              <a:t>寝室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34117-0EF6-4D6E-8A34-91657427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28750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30E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17130E"/>
                </a:solidFill>
                <a:latin typeface="Songti SC"/>
                <a:ea typeface="Songti SC"/>
                <a:cs typeface="Songti SC"/>
              </a:rPr>
              <a:t>铁的高低铺，</a:t>
            </a:r>
          </a:p>
          <a:p xmlns:a="http://schemas.openxmlformats.org/drawingml/2006/main">
            <a:pPr algn="l">
              <a:defRPr sz="2850" b="1">
                <a:solidFill>
                  <a:srgbClr val="17130E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17130E"/>
                </a:solidFill>
                <a:latin typeface="Songti SC"/>
                <a:ea typeface="Songti SC"/>
                <a:cs typeface="Songti SC"/>
              </a:rPr>
              <a:t>把夜晚排成两层。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6E1B7-41ED-48A5-9A51-9897F740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42B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342B20"/>
                </a:solidFill>
                <a:latin typeface="PingFang SC"/>
                <a:ea typeface="PingFang SC"/>
                <a:cs typeface="PingFang SC"/>
              </a:rPr>
              <a:t>床下木箱放衣服，床头挂毛巾；谁翻身，整排铁架都轻轻响。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79F9B-B760-4EE8-8E0F-12244B67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7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4C269-52DD-4D42-8D6F-A60269E5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10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5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06F5A"/>
                </a:solidFill>
                <a:latin typeface="PingFang SC"/>
                <a:ea typeface="PingFang SC"/>
                <a:cs typeface="PingFang SC"/>
              </a:rPr>
              <a:t>集体生活的第一课，是学会把自己的小地方收拾好。</a:t>
            </a:r>
          </a:p>
        </p:txBody>
      </p:sp>
      <p:sp>
        <p:nvSpPr>
          <p:cNvPr id="10" name="footer-source-03">
            <a:extLst xmlns:a="http://schemas.openxmlformats.org/drawingml/2006/main">
              <a:ext uri="{FF2B5EF4-FFF2-40B4-BE49-F238E27FC236}">
                <a16:creationId xmlns:a16="http://schemas.microsoft.com/office/drawing/2014/main" id="{1A4111F3-6720-4E20-B419-62D9CE18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图源：新浪看点旧照</a:t>
            </a:r>
          </a:p>
        </p:txBody>
      </p:sp>
      <p:sp>
        <p:nvSpPr>
          <p:cNvPr id="11" name="footer-page-03">
            <a:extLst xmlns:a="http://schemas.openxmlformats.org/drawingml/2006/main">
              <a:ext uri="{FF2B5EF4-FFF2-40B4-BE49-F238E27FC236}">
                <a16:creationId xmlns:a16="http://schemas.microsoft.com/office/drawing/2014/main" id="{F47B5CF3-AC3D-4A60-9A18-8ED8D0A8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86159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782fb25ec4eb5"/>
          <a:srcRect xmlns:a="http://schemas.openxmlformats.org/drawingml/2006/main" l="0" t="5112" r="0" b="5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FC6AB-58AC-4326-95E5-14A9A2B1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0E">
              <a:alpha val="3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E7E3E-F951-437D-917D-3B3BCDB0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E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79FD11C4-A6B7-41FE-BD4E-8F85F4BA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B554C02F-288D-4F30-A59C-795F0054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rPr>
              <a:t>蒸饭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110AC-ADCE-4618-BCA7-61B2F61E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609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8EA"/>
                </a:solidFill>
                <a:latin typeface="Songti SC"/>
                <a:ea typeface="Songti SC"/>
                <a:cs typeface="Songti SC"/>
              </a:defRPr>
            </a:pPr>
            <a:r>
              <a:rPr sz="3075" b="1">
                <a:solidFill>
                  <a:srgbClr val="FFF8EA"/>
                </a:solidFill>
                <a:latin typeface="Songti SC"/>
                <a:ea typeface="Songti SC"/>
                <a:cs typeface="Songti SC"/>
              </a:rPr>
              <a:t>饭盒排成一片白雾。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E7216-DAB9-4A10-BC28-972BD5D1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1970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1E5C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1E5CB"/>
                </a:solidFill>
                <a:latin typeface="PingFang SC"/>
                <a:ea typeface="PingFang SC"/>
                <a:cs typeface="PingFang SC"/>
              </a:rPr>
              <a:t>铝饭盒写着名字，课前送进去，放学端出来，一口热气就是午饭。</a:t>
            </a:r>
          </a:p>
        </p:txBody>
      </p:sp>
      <p:sp>
        <p:nvSpPr>
          <p:cNvPr id="8" name="footer-source-04">
            <a:extLst xmlns:a="http://schemas.openxmlformats.org/drawingml/2006/main">
              <a:ext uri="{FF2B5EF4-FFF2-40B4-BE49-F238E27FC236}">
                <a16:creationId xmlns:a16="http://schemas.microsoft.com/office/drawing/2014/main" id="{6E970F25-D768-4B66-8C1D-B68CE454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图源：新浪看点旧照</a:t>
            </a:r>
          </a:p>
        </p:txBody>
      </p:sp>
      <p:sp>
        <p:nvSpPr>
          <p:cNvPr id="9" name="footer-page-04">
            <a:extLst xmlns:a="http://schemas.openxmlformats.org/drawingml/2006/main">
              <a:ext uri="{FF2B5EF4-FFF2-40B4-BE49-F238E27FC236}">
                <a16:creationId xmlns:a16="http://schemas.microsoft.com/office/drawing/2014/main" id="{4F6F3B94-FB90-4F88-828F-CCB2D595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52960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B24A8B-18F6-4DA1-9748-10500924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6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b501e578547fc"/>
          <a:srcRect xmlns:a="http://schemas.openxmlformats.org/drawingml/2006/main" l="21284" t="0" r="212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7485B-40FF-48D8-858D-DDD76516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60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C44F1132-5214-4068-BB5A-3425FE96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4307BFEE-7AE0-4A0B-BF44-04B6B4C2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52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rPr>
              <a:t>夜读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543F8-D912-41EB-B448-269711AB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8EA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FFF8EA"/>
                </a:solidFill>
                <a:latin typeface="Songti SC"/>
                <a:ea typeface="Songti SC"/>
                <a:cs typeface="Songti SC"/>
              </a:rPr>
              <a:t>熄灯后，</a:t>
            </a:r>
          </a:p>
          <a:p xmlns:a="http://schemas.openxmlformats.org/drawingml/2006/main">
            <a:pPr algn="l">
              <a:defRPr sz="3225" b="1">
                <a:solidFill>
                  <a:srgbClr val="FFF8EA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FFF8EA"/>
                </a:solidFill>
                <a:latin typeface="Songti SC"/>
                <a:ea typeface="Songti SC"/>
                <a:cs typeface="Songti SC"/>
              </a:rPr>
              <a:t>还有一小圈光。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49983-6309-4273-818F-9C98512D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E5C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1E5CB"/>
                </a:solidFill>
                <a:latin typeface="PingFang SC"/>
                <a:ea typeface="PingFang SC"/>
                <a:cs typeface="PingFang SC"/>
              </a:rPr>
              <a:t>有人补作业，有人写信；白天没讲完的话，常常在被窝里继续。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2DB28-4145-47FD-B438-5745D13A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3714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4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7BA30-0A45-4059-91B4-C08B7EFE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85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DBB9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DBB98"/>
                </a:solidFill>
                <a:latin typeface="PingFang SC"/>
                <a:ea typeface="PingFang SC"/>
                <a:cs typeface="PingFang SC"/>
              </a:rPr>
              <a:t>住宿的记忆，总带着铁床声、饭盒声和煤油灯的味道。</a:t>
            </a:r>
          </a:p>
        </p:txBody>
      </p:sp>
      <p:sp>
        <p:nvSpPr>
          <p:cNvPr id="10" name="footer-source-05">
            <a:extLst xmlns:a="http://schemas.openxmlformats.org/drawingml/2006/main">
              <a:ext uri="{FF2B5EF4-FFF2-40B4-BE49-F238E27FC236}">
                <a16:creationId xmlns:a16="http://schemas.microsoft.com/office/drawing/2014/main" id="{3A27FFCB-2B75-4FD8-9FC2-A27C202A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图源：新浪看点旧照</a:t>
            </a:r>
          </a:p>
        </p:txBody>
      </p:sp>
      <p:sp>
        <p:nvSpPr>
          <p:cNvPr id="11" name="footer-page-05">
            <a:extLst xmlns:a="http://schemas.openxmlformats.org/drawingml/2006/main">
              <a:ext uri="{FF2B5EF4-FFF2-40B4-BE49-F238E27FC236}">
                <a16:creationId xmlns:a16="http://schemas.microsoft.com/office/drawing/2014/main" id="{D2C8B19C-F82D-4FD7-8394-BAD8FE32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11142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00e4c177e4064"/>
          <a:srcRect xmlns:a="http://schemas.openxmlformats.org/drawingml/2006/main" l="0" t="7585" r="0" b="75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A5E36-1A24-4904-9470-5B2D2CBE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E">
              <a:alpha val="4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511CC771-5DBB-4781-9327-B4FDE6F4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7CB7F648-6F19-424D-973E-45CCF7A8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810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rPr>
              <a:t>PART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19E37-DAA1-4880-B843-A7556E1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8EA"/>
                </a:solidFill>
                <a:latin typeface="Songti SC"/>
                <a:ea typeface="Songti SC"/>
                <a:cs typeface="Songti SC"/>
              </a:defRPr>
            </a:pPr>
            <a:r>
              <a:rPr sz="5250" b="1">
                <a:solidFill>
                  <a:srgbClr val="FFF8EA"/>
                </a:solidFill>
                <a:latin typeface="Songti SC"/>
                <a:ea typeface="Songti SC"/>
                <a:cs typeface="Songti SC"/>
              </a:rPr>
              <a:t>课间活动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E0272-8864-43CD-9FFC-19474CE3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1E5C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1E5CB"/>
                </a:solidFill>
                <a:latin typeface="PingFang SC"/>
                <a:ea typeface="PingFang SC"/>
                <a:cs typeface="PingFang SC"/>
              </a:rPr>
              <a:t>下课铃一响，</a:t>
            </a:r>
          </a:p>
          <a:p xmlns:a="http://schemas.openxmlformats.org/drawingml/2006/main">
            <a:pPr algn="l">
              <a:defRPr sz="1875" b="0">
                <a:solidFill>
                  <a:srgbClr val="F1E5C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1E5CB"/>
                </a:solidFill>
                <a:latin typeface="PingFang SC"/>
                <a:ea typeface="PingFang SC"/>
                <a:cs typeface="PingFang SC"/>
              </a:rPr>
              <a:t>水泥地变成游乐场。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BDA4D-BF46-45FB-8F30-8FA98076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76300"/>
            <a:ext cx="123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1E5CB"/>
                </a:solidFill>
                <a:latin typeface="Songti SC"/>
                <a:ea typeface="Songti SC"/>
                <a:cs typeface="Songti SC"/>
              </a:defRPr>
            </a:pPr>
            <a:r>
              <a:rPr sz="4350" b="1">
                <a:solidFill>
                  <a:srgbClr val="F1E5CB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8" name="footer-source-06">
            <a:extLst xmlns:a="http://schemas.openxmlformats.org/drawingml/2006/main">
              <a:ext uri="{FF2B5EF4-FFF2-40B4-BE49-F238E27FC236}">
                <a16:creationId xmlns:a16="http://schemas.microsoft.com/office/drawing/2014/main" id="{A6C704D4-4864-4127-B9B8-0BCF4935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图源：老车灯旧图</a:t>
            </a:r>
          </a:p>
        </p:txBody>
      </p:sp>
      <p:sp>
        <p:nvSpPr>
          <p:cNvPr id="9" name="footer-page-06">
            <a:extLst xmlns:a="http://schemas.openxmlformats.org/drawingml/2006/main">
              <a:ext uri="{FF2B5EF4-FFF2-40B4-BE49-F238E27FC236}">
                <a16:creationId xmlns:a16="http://schemas.microsoft.com/office/drawing/2014/main" id="{263F59E9-5EFC-4228-B8BC-51D4A7C6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38893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5422c89794cfd"/>
          <a:srcRect xmlns:a="http://schemas.openxmlformats.org/drawingml/2006/main" l="0" t="7585" r="0" b="75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11F0D-394A-4C29-B8B0-E189FF58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E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6AB22D3E-C98A-4158-A674-167CE269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0001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0902AC85-1965-416A-B992-87E3CCB6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8763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rPr>
              <a:t>乒乓球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A9B68-E289-4F4E-A6E3-2A8A92B1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4780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8EA"/>
                </a:solidFill>
                <a:latin typeface="Songti SC"/>
                <a:ea typeface="Songti SC"/>
                <a:cs typeface="Songti SC"/>
              </a:defRPr>
            </a:pPr>
            <a:r>
              <a:rPr sz="3075" b="1">
                <a:solidFill>
                  <a:srgbClr val="FFF8EA"/>
                </a:solidFill>
                <a:latin typeface="Songti SC"/>
                <a:ea typeface="Songti SC"/>
                <a:cs typeface="Songti SC"/>
              </a:rPr>
              <a:t>水泥球台，</a:t>
            </a:r>
          </a:p>
          <a:p xmlns:a="http://schemas.openxmlformats.org/drawingml/2006/main">
            <a:pPr algn="l">
              <a:defRPr sz="3075" b="1">
                <a:solidFill>
                  <a:srgbClr val="FFF8EA"/>
                </a:solidFill>
                <a:latin typeface="Songti SC"/>
                <a:ea typeface="Songti SC"/>
                <a:cs typeface="Songti SC"/>
              </a:defRPr>
            </a:pPr>
            <a:r>
              <a:rPr sz="3075" b="1">
                <a:solidFill>
                  <a:srgbClr val="FFF8EA"/>
                </a:solidFill>
                <a:latin typeface="Songti SC"/>
                <a:ea typeface="Songti SC"/>
                <a:cs typeface="Songti SC"/>
              </a:rPr>
              <a:t>是最硬的擂台。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074A1-4985-47CF-A3FE-EA30CF2D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1E5C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1E5CB"/>
                </a:solidFill>
                <a:latin typeface="PingFang SC"/>
                <a:ea typeface="PingFang SC"/>
                <a:cs typeface="PingFang SC"/>
              </a:rPr>
              <a:t>板砖当网，旧拍子也能打出全班围观；球落在地上，会一路滚到走廊尽头。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2B5F3-499D-4F2D-8B63-243E8A52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57750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61D49-33FC-43C9-A847-199D3BAA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673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DBB9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DBB98"/>
                </a:solidFill>
                <a:latin typeface="PingFang SC"/>
                <a:ea typeface="PingFang SC"/>
                <a:cs typeface="PingFang SC"/>
              </a:rPr>
              <a:t>一张台子，常常排出两节课的队。</a:t>
            </a:r>
          </a:p>
        </p:txBody>
      </p:sp>
      <p:sp>
        <p:nvSpPr>
          <p:cNvPr id="9" name="footer-source-07">
            <a:extLst xmlns:a="http://schemas.openxmlformats.org/drawingml/2006/main">
              <a:ext uri="{FF2B5EF4-FFF2-40B4-BE49-F238E27FC236}">
                <a16:creationId xmlns:a16="http://schemas.microsoft.com/office/drawing/2014/main" id="{5432171A-495B-451B-AEE4-90FA0A3D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图源：老车灯旧图</a:t>
            </a:r>
          </a:p>
        </p:txBody>
      </p:sp>
      <p:sp>
        <p:nvSpPr>
          <p:cNvPr id="10" name="footer-page-07">
            <a:extLst xmlns:a="http://schemas.openxmlformats.org/drawingml/2006/main">
              <a:ext uri="{FF2B5EF4-FFF2-40B4-BE49-F238E27FC236}">
                <a16:creationId xmlns:a16="http://schemas.microsoft.com/office/drawing/2014/main" id="{727E1968-7035-42A9-B7DE-56FF7DDF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6138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9264D6-C35E-4ED2-BA67-BB124E93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AEE4D-8B06-4E67-8F6C-AE118FBF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3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e3f3e4f1d4562"/>
          <a:srcRect xmlns:a="http://schemas.openxmlformats.org/drawingml/2006/main" l="2976" t="0" r="2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666750"/>
            <a:ext cx="7524750" cy="5334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717A2-6441-417E-BD5B-53514A1B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66750"/>
            <a:ext cx="7524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507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A062624D-1D23-4255-A514-E0B405B8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0FB90583-007C-4A33-B22E-AA7D51F5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29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442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9442C"/>
                </a:solidFill>
                <a:latin typeface="PingFang SC"/>
                <a:ea typeface="PingFang SC"/>
                <a:cs typeface="PingFang SC"/>
              </a:rPr>
              <a:t>跳房子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EDFAF-50E6-4815-89E5-FBF35144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30E"/>
                </a:solidFill>
                <a:latin typeface="Songti SC"/>
                <a:ea typeface="Songti SC"/>
                <a:cs typeface="Songti SC"/>
              </a:defRPr>
            </a:pPr>
            <a:r>
              <a:rPr sz="2625" b="1">
                <a:solidFill>
                  <a:srgbClr val="17130E"/>
                </a:solidFill>
                <a:latin typeface="Songti SC"/>
                <a:ea typeface="Songti SC"/>
                <a:cs typeface="Songti SC"/>
              </a:rPr>
              <a:t>画几道线，</a:t>
            </a:r>
          </a:p>
          <a:p xmlns:a="http://schemas.openxmlformats.org/drawingml/2006/main">
            <a:pPr algn="l">
              <a:defRPr sz="2625" b="1">
                <a:solidFill>
                  <a:srgbClr val="17130E"/>
                </a:solidFill>
                <a:latin typeface="Songti SC"/>
                <a:ea typeface="Songti SC"/>
                <a:cs typeface="Songti SC"/>
              </a:defRPr>
            </a:pPr>
            <a:r>
              <a:rPr sz="2625" b="1">
                <a:solidFill>
                  <a:srgbClr val="17130E"/>
                </a:solidFill>
                <a:latin typeface="Songti SC"/>
                <a:ea typeface="Songti SC"/>
                <a:cs typeface="Songti SC"/>
              </a:rPr>
              <a:t>地面就有了规则。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453FE-F3D6-4E76-AE86-88C5BF87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2B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42B20"/>
                </a:solidFill>
                <a:latin typeface="PingFang SC"/>
                <a:ea typeface="PingFang SC"/>
                <a:cs typeface="PingFang SC"/>
              </a:rPr>
              <a:t>粉笔格子、单脚跳、轮流数；一块空地就是课间的棋盘。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3C307-9043-47D9-80F0-87D127CF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33450"/>
            <a:ext cx="190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00522-BBCE-4D1C-9A7B-66AF0C06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971550"/>
            <a:ext cx="1257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2B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42B20"/>
                </a:solidFill>
                <a:latin typeface="PingFang SC"/>
                <a:ea typeface="PingFang SC"/>
                <a:cs typeface="PingFang SC"/>
              </a:rPr>
              <a:t>围在边上的人，比跳的人还认真。</a:t>
            </a:r>
          </a:p>
        </p:txBody>
      </p:sp>
      <p:sp>
        <p:nvSpPr>
          <p:cNvPr id="11" name="footer-source-08">
            <a:extLst xmlns:a="http://schemas.openxmlformats.org/drawingml/2006/main">
              <a:ext uri="{FF2B5EF4-FFF2-40B4-BE49-F238E27FC236}">
                <a16:creationId xmlns:a16="http://schemas.microsoft.com/office/drawing/2014/main" id="{F7FB4C4B-F76A-4519-B1DB-10816445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图源：新浪儿童游戏旧照</a:t>
            </a:r>
          </a:p>
        </p:txBody>
      </p:sp>
      <p:sp>
        <p:nvSpPr>
          <p:cNvPr id="12" name="footer-page-08">
            <a:extLst xmlns:a="http://schemas.openxmlformats.org/drawingml/2006/main">
              <a:ext uri="{FF2B5EF4-FFF2-40B4-BE49-F238E27FC236}">
                <a16:creationId xmlns:a16="http://schemas.microsoft.com/office/drawing/2014/main" id="{D78F61BC-0685-432B-BD0A-885E9DC5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1621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8189BE-614E-4AA7-88E4-2DCB462C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b5212ea054d09"/>
          <a:srcRect xmlns:a="http://schemas.openxmlformats.org/drawingml/2006/main" l="16466" t="0" r="16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1AAF3-1C2A-4E7A-B7B8-52FFAEC7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2">
              <a:alpha val="9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6EEBD282-E668-4BE6-8F41-279B92E7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9620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342EF823-9BBC-436D-BE4A-75E41277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838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442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9442C"/>
                </a:solidFill>
                <a:latin typeface="PingFang SC"/>
                <a:ea typeface="PingFang SC"/>
                <a:cs typeface="PingFang SC"/>
              </a:rPr>
              <a:t>跳皮筋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7C706-7E74-477A-B179-6B6FB84F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287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30E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17130E"/>
                </a:solidFill>
                <a:latin typeface="Songti SC"/>
                <a:ea typeface="Songti SC"/>
                <a:cs typeface="Songti SC"/>
              </a:rPr>
              <a:t>一根皮筋，</a:t>
            </a:r>
          </a:p>
          <a:p xmlns:a="http://schemas.openxmlformats.org/drawingml/2006/main">
            <a:pPr algn="l">
              <a:defRPr sz="2925" b="1">
                <a:solidFill>
                  <a:srgbClr val="17130E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17130E"/>
                </a:solidFill>
                <a:latin typeface="Songti SC"/>
                <a:ea typeface="Songti SC"/>
                <a:cs typeface="Songti SC"/>
              </a:rPr>
              <a:t>把课间拉长。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4C460-E899-4E50-8351-3BFB32AB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42B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342B20"/>
                </a:solidFill>
                <a:latin typeface="PingFang SC"/>
                <a:ea typeface="PingFang SC"/>
                <a:cs typeface="PingFang SC"/>
              </a:rPr>
              <a:t>先脚踝，再膝盖、腰、肩；每升高一点，操场就安静一秒。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E539D-8440-4BC6-8665-78DB9F46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00600"/>
            <a:ext cx="2476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7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E24CD-6ED1-4301-B1DD-E6167B8D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2920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6F5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06F5A"/>
                </a:solidFill>
                <a:latin typeface="PingFang SC"/>
                <a:ea typeface="PingFang SC"/>
                <a:cs typeface="PingFang SC"/>
              </a:rPr>
              <a:t>女孩子的节奏，是很多人记忆里最清脆的下课铃。</a:t>
            </a:r>
          </a:p>
        </p:txBody>
      </p:sp>
      <p:sp>
        <p:nvSpPr>
          <p:cNvPr id="10" name="footer-source-09">
            <a:extLst xmlns:a="http://schemas.openxmlformats.org/drawingml/2006/main">
              <a:ext uri="{FF2B5EF4-FFF2-40B4-BE49-F238E27FC236}">
                <a16:creationId xmlns:a16="http://schemas.microsoft.com/office/drawing/2014/main" id="{5C7AC570-0643-4EE0-BB1B-22611D56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图源：新浪儿童游戏旧照</a:t>
            </a:r>
          </a:p>
        </p:txBody>
      </p:sp>
      <p:sp>
        <p:nvSpPr>
          <p:cNvPr id="11" name="footer-page-09">
            <a:extLst xmlns:a="http://schemas.openxmlformats.org/drawingml/2006/main">
              <a:ext uri="{FF2B5EF4-FFF2-40B4-BE49-F238E27FC236}">
                <a16:creationId xmlns:a16="http://schemas.microsoft.com/office/drawing/2014/main" id="{0C6AF29B-2B77-4CF8-954D-AE727521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21985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dc4f9ccc7414f"/>
          <a:srcRect xmlns:a="http://schemas.openxmlformats.org/drawingml/2006/main" l="0" t="3125" r="0" b="3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B699F-E0DE-4C71-B144-5EBF87DE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E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298A758C-E517-4971-A05F-61FAAA66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8DD39658-D478-4D04-90EC-0F512249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810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rPr>
              <a:t>PART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46543-D34A-417C-AEA3-43F1354C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38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8EA"/>
                </a:solidFill>
                <a:latin typeface="Songti SC"/>
                <a:ea typeface="Songti SC"/>
                <a:cs typeface="Songti SC"/>
              </a:defRPr>
            </a:pPr>
            <a:r>
              <a:rPr sz="5250" b="1">
                <a:solidFill>
                  <a:srgbClr val="FFF8EA"/>
                </a:solidFill>
                <a:latin typeface="Songti SC"/>
                <a:ea typeface="Songti SC"/>
                <a:cs typeface="Songti SC"/>
              </a:rPr>
              <a:t>农忙假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32B6B-C91B-4942-9590-2077506B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85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E5C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1E5CB"/>
                </a:solidFill>
                <a:latin typeface="PingFang SC"/>
                <a:ea typeface="PingFang SC"/>
                <a:cs typeface="PingFang SC"/>
              </a:rPr>
              <a:t>书包放下去田里。</a:t>
            </a:r>
          </a:p>
          <a:p xmlns:a="http://schemas.openxmlformats.org/drawingml/2006/main">
            <a:pPr algn="l">
              <a:defRPr sz="1800" b="0">
                <a:solidFill>
                  <a:srgbClr val="F1E5C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1E5CB"/>
                </a:solidFill>
                <a:latin typeface="PingFang SC"/>
                <a:ea typeface="PingFang SC"/>
                <a:cs typeface="PingFang SC"/>
              </a:rPr>
              <a:t>假期不只离开教室，也走进稻田。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25C21-96AC-4F64-A34C-FBBDDAF3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76300"/>
            <a:ext cx="123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1E5CB"/>
                </a:solidFill>
                <a:latin typeface="Songti SC"/>
                <a:ea typeface="Songti SC"/>
                <a:cs typeface="Songti SC"/>
              </a:defRPr>
            </a:pPr>
            <a:r>
              <a:rPr sz="4350" b="1">
                <a:solidFill>
                  <a:srgbClr val="F1E5CB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8" name="footer-source-10">
            <a:extLst xmlns:a="http://schemas.openxmlformats.org/drawingml/2006/main">
              <a:ext uri="{FF2B5EF4-FFF2-40B4-BE49-F238E27FC236}">
                <a16:creationId xmlns:a16="http://schemas.microsoft.com/office/drawing/2014/main" id="{AB9CD49A-3E38-4E9D-9DC2-E8DA842B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图源：Global Times / Xinhua</a:t>
            </a:r>
          </a:p>
        </p:txBody>
      </p:sp>
      <p:sp>
        <p:nvSpPr>
          <p:cNvPr id="9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F7894E0E-3000-4D00-8040-0156022B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62562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CC25EF-E7CE-4F1A-9218-E7AA6DE6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e29ea561f4256"/>
          <a:srcRect xmlns:a="http://schemas.openxmlformats.org/drawingml/2006/main" l="8156" t="0" r="81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742950"/>
            <a:ext cx="5905500" cy="5143500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ac1d2236d4771"/>
          <a:srcRect xmlns:a="http://schemas.openxmlformats.org/drawingml/2006/main" l="0" t="6998" r="0" b="69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3619500"/>
            <a:ext cx="4000500" cy="2266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D5785-B6A0-4FD0-8966-447DF1A0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000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E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B33BB8DA-4D42-447D-A0F4-F5C3A7D4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9429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9853146E-63D0-461F-8858-06930575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8191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A4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E7A4C"/>
                </a:solidFill>
                <a:latin typeface="PingFang SC"/>
                <a:ea typeface="PingFang SC"/>
                <a:cs typeface="PingFang SC"/>
              </a:rPr>
              <a:t>插秧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83504-DF41-45DE-8A6D-B75CC1D4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390650"/>
            <a:ext cx="371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30E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17130E"/>
                </a:solidFill>
                <a:latin typeface="Songti SC"/>
                <a:ea typeface="Songti SC"/>
                <a:cs typeface="Songti SC"/>
              </a:rPr>
              <a:t>脚先学会弯腰，</a:t>
            </a:r>
          </a:p>
          <a:p xmlns:a="http://schemas.openxmlformats.org/drawingml/2006/main">
            <a:pPr algn="l">
              <a:defRPr sz="2850" b="1">
                <a:solidFill>
                  <a:srgbClr val="17130E"/>
                </a:solidFill>
                <a:latin typeface="Songti SC"/>
                <a:ea typeface="Songti SC"/>
                <a:cs typeface="Songti SC"/>
              </a:defRPr>
            </a:pPr>
            <a:r>
              <a:rPr sz="2850" b="1">
                <a:solidFill>
                  <a:srgbClr val="17130E"/>
                </a:solidFill>
                <a:latin typeface="Songti SC"/>
                <a:ea typeface="Songti SC"/>
                <a:cs typeface="Songti SC"/>
              </a:rPr>
              <a:t>手再回去写字。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904F8-6A83-48BD-9A17-06195C6E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9080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2B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42B20"/>
                </a:solidFill>
                <a:latin typeface="PingFang SC"/>
                <a:ea typeface="PingFang SC"/>
                <a:cs typeface="PingFang SC"/>
              </a:rPr>
              <a:t>水田里每一步都慢；等重新坐回教室，米饭不再只是饭盒里的白色。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FECBF-8024-4653-8D6C-3C60C43E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76300"/>
            <a:ext cx="190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footer-source-11">
            <a:extLst xmlns:a="http://schemas.openxmlformats.org/drawingml/2006/main">
              <a:ext uri="{FF2B5EF4-FFF2-40B4-BE49-F238E27FC236}">
                <a16:creationId xmlns:a16="http://schemas.microsoft.com/office/drawing/2014/main" id="{532F7C1E-39C3-4874-9623-6BAD5726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图源：People's Daily Online</a:t>
            </a:r>
          </a:p>
        </p:txBody>
      </p:sp>
      <p:sp>
        <p:nvSpPr>
          <p:cNvPr id="11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F13779B8-3744-4768-8984-6E39BF3A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27472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8e944d6df4476"/>
          <a:srcRect xmlns:a="http://schemas.openxmlformats.org/drawingml/2006/main" l="0" t="3125" r="0" b="3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30FE9-3CA3-45B8-80A5-ABF99A2B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0E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8FF31-579E-41E9-A33B-85DAC6E3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EAF03-3BCC-4943-BACC-E4FEC813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E">
              <a:alpha val="8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CECEC85B-62E2-4725-A257-20AAE0F7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692D375F-E48E-414E-B266-949A5D69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0A84F"/>
                </a:solidFill>
                <a:latin typeface="PingFang SC"/>
                <a:ea typeface="PingFang SC"/>
                <a:cs typeface="PingFang SC"/>
              </a:rPr>
              <a:t>收割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34EF8-A170-4ABE-BDBB-71DE7DBF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8EA"/>
                </a:solidFill>
                <a:latin typeface="Songti SC"/>
                <a:ea typeface="Songti SC"/>
                <a:cs typeface="Songti SC"/>
              </a:defRPr>
            </a:pPr>
            <a:r>
              <a:rPr sz="3150" b="1">
                <a:solidFill>
                  <a:srgbClr val="FFF8EA"/>
                </a:solidFill>
                <a:latin typeface="Songti SC"/>
                <a:ea typeface="Songti SC"/>
                <a:cs typeface="Songti SC"/>
              </a:rPr>
              <a:t>割稻谷，</a:t>
            </a:r>
          </a:p>
          <a:p xmlns:a="http://schemas.openxmlformats.org/drawingml/2006/main">
            <a:pPr algn="l">
              <a:defRPr sz="3150" b="1">
                <a:solidFill>
                  <a:srgbClr val="FFF8EA"/>
                </a:solidFill>
                <a:latin typeface="Songti SC"/>
                <a:ea typeface="Songti SC"/>
                <a:cs typeface="Songti SC"/>
              </a:defRPr>
            </a:pPr>
            <a:r>
              <a:rPr sz="3150" b="1">
                <a:solidFill>
                  <a:srgbClr val="FFF8EA"/>
                </a:solidFill>
                <a:latin typeface="Songti SC"/>
                <a:ea typeface="Songti SC"/>
                <a:cs typeface="Songti SC"/>
              </a:rPr>
              <a:t>把书本里的秋天收回来。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A538E-6C22-4D69-9873-A5CA955B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530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E5C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1E5CB"/>
                </a:solidFill>
                <a:latin typeface="PingFang SC"/>
                <a:ea typeface="PingFang SC"/>
                <a:cs typeface="PingFang SC"/>
              </a:rPr>
              <a:t>镰刀、稻穗、泥水和汗。回到教室，米饭有了重量。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E64F5-8E6E-45FB-A374-49E5CF52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DBB9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DBB98"/>
                </a:solidFill>
                <a:latin typeface="PingFang SC"/>
                <a:ea typeface="PingFang SC"/>
                <a:cs typeface="PingFang SC"/>
              </a:rPr>
              <a:t>80年代乡村小学记忆</a:t>
            </a:r>
          </a:p>
        </p:txBody>
      </p:sp>
      <p:sp>
        <p:nvSpPr>
          <p:cNvPr id="10" name="footer-source-12">
            <a:extLst xmlns:a="http://schemas.openxmlformats.org/drawingml/2006/main">
              <a:ext uri="{FF2B5EF4-FFF2-40B4-BE49-F238E27FC236}">
                <a16:creationId xmlns:a16="http://schemas.microsoft.com/office/drawing/2014/main" id="{EF5CD563-9473-43F7-827E-472D9B94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图源：Global Times / Xinhua</a:t>
            </a:r>
          </a:p>
        </p:txBody>
      </p:sp>
      <p:sp>
        <p:nvSpPr>
          <p:cNvPr id="11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5FBB27CB-A17D-4F95-B668-75B6E077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F604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15378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2026-05-18T14:36:52.7370000Z</dcterms:created>
  <dcterms:modified xsi:type="dcterms:W3CDTF">2026-05-18T14:36:52.7370000Z</dcterms:modified>
</coreProperties>
</file>